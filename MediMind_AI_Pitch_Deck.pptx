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1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61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MEDIMIND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Health Companion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"Your Personalized AI Health Companion"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5486400" cy="164592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DECK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Lead AI Developer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Evaluator: Academic Evaluation Committee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Department: Computer Science &amp; Engineering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Institution: Web Technology Lab</a:t>
            </a:r>
            <a:endParaRPr lang="en-US" sz="1100" dirty="0"/>
          </a:p>
        </p:txBody>
      </p:sp>
      <p:pic>
        <p:nvPicPr>
          <p:cNvPr id="9" name="Image 0" descr="C:\Users\Admin\Desktop\PROJECTS\lenovo_app\slides_assets\landing_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0" y="1828800"/>
            <a:ext cx="4114800" cy="3840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THE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agentic health suite providing natural-language wellness guidance and interactive logs.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466598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MediMind AI?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7360" y="2103120"/>
            <a:ext cx="4246880" cy="289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MediMind AI is a premium, open-source health and wellness portal designed to assist users with daily metrics tracking (sleep hygiene, hydration status) and interactive clinical screening.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features a fully secure backend proxy connecting directly to the Groq API, allowing private evaluations. User-facing habit profiles, hydration score points, and BMI records are stored locally for privacy, while real-time advice streams word-by-word like a real chat assistant.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62500" y="1371600"/>
            <a:ext cx="43815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2920" y="1605280"/>
            <a:ext cx="312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Objectives &amp; Purpose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8600" y="2103120"/>
            <a:ext cx="3670300" cy="280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Democratize Wellness Coaching: Give users immediate answers to nutrition, exercise, and sleep hygiene questions.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 smtClean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Tracking: Replace fragmented apps with a single, elegant dashboard summarizing metrics into a unified Health Score.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 GOAL 3: GOOD HEALTH &amp; WELL-BEING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MediMind AI contributes to the United Nations Sustainable Development Goals.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834640" cy="3771900"/>
          </a:xfrm>
          <a:prstGeom prst="rect">
            <a:avLst/>
          </a:prstGeom>
          <a:solidFill>
            <a:srgbClr val="0284C7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HEALTH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WELL-BEING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healthy lives and promote well-being for all at all ages.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459401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08760"/>
            <a:ext cx="431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3.4: Reduce Non-Communicable Diseases (NCDs)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783080"/>
            <a:ext cx="4319693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Promotes healthy lifestyles by prompting hydration, monitoring sleep hygiene, and calculating body mass indexes to support physiological balances and mitigate chronic NCD risks.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926080"/>
            <a:ext cx="459401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0632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3.8: Universal Health Coverage Access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43196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secure, immediate health and wellness screening free of charge to any user with internet connection, bridging the clinical consultation gap in remote environments.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6466" y="4119879"/>
            <a:ext cx="4656667" cy="86698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61840" y="4179147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3.d: Risk Reduction &amp; Early Warning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61840" y="4563533"/>
            <a:ext cx="4158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 smtClean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Analyzes primary discomforts to alert users on urgent clinical symptoms, emphasizing professional consultations and diagnostic seek-care parameters.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HEALTHCARE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Identified clinical bottlenecks and tools gaps that slow down wellness management.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3634" y="1578439"/>
            <a:ext cx="2638213" cy="339174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7954" y="1852760"/>
            <a:ext cx="2210394" cy="43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67954" y="2492840"/>
            <a:ext cx="2210394" cy="43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Primary Guidance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7954" y="3132920"/>
            <a:ext cx="2210394" cy="1876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Clinician shortages and consulting backlogs mean users wait days or weeks for basic feedback on minor discomforts or routine lifestyle inquiries, delaying early adjustments.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16234" y="1578439"/>
            <a:ext cx="2672080" cy="3374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0554" y="1852759"/>
            <a:ext cx="2238770" cy="430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90554" y="2492839"/>
            <a:ext cx="2238770" cy="430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Tracking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0554" y="3132919"/>
            <a:ext cx="2238770" cy="1866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Hydration tracking, sleep logs, and BMI assessments are scattered across separate, isolated apps. Users cannot easily see correlations between sleep debt, weight, and general hydration score.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01" y="1578439"/>
            <a:ext cx="2701966" cy="330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021" y="1852759"/>
            <a:ext cx="2263810" cy="422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47021" y="2492839"/>
            <a:ext cx="2263810" cy="422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Unguided Online Searches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47021" y="3132919"/>
            <a:ext cx="2263810" cy="1829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Searching symptoms on typical engines often results in extreme health anxiety due to alarmist layouts. Alternatively, it leads to false security, lacking proper seek-care thresholds.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MEDIMIND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tracking, diagnostics, and conversational AI under one low-latency, local-first platform.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06040" y="2834640"/>
            <a:ext cx="180474" cy="150582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203158" cy="3388093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022684" cy="301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022684" cy="527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Logs Habits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1022684" cy="195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inputs sleep quality and hydration progress.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2834640"/>
            <a:ext cx="180474" cy="150582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45920"/>
            <a:ext cx="1203158" cy="3388093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828800"/>
            <a:ext cx="1022684" cy="301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63240" y="2377440"/>
            <a:ext cx="1022684" cy="527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Chat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3108960"/>
            <a:ext cx="1022684" cy="195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context-packed queries securely via SSE.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2834640"/>
            <a:ext cx="180474" cy="150582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645920"/>
            <a:ext cx="1203158" cy="3388093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828800"/>
            <a:ext cx="1022684" cy="301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57800" y="2377440"/>
            <a:ext cx="1022684" cy="527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3108960"/>
            <a:ext cx="1022684" cy="195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 extracts discomforts to build diagnostic reports.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2834640"/>
            <a:ext cx="180474" cy="150582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645920"/>
            <a:ext cx="1203158" cy="3388093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828800"/>
            <a:ext cx="1022684" cy="301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2377440"/>
            <a:ext cx="1022684" cy="527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AI Tips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2360" y="3108960"/>
            <a:ext cx="1022684" cy="195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references current logged metrics to generate tips.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1645920"/>
            <a:ext cx="1203158" cy="3388093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1828800"/>
            <a:ext cx="1022684" cy="301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46920" y="2377440"/>
            <a:ext cx="1022684" cy="527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3108960"/>
            <a:ext cx="1022684" cy="195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Synthesizes inputs into a dynamic circular Health Index.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Chat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Full-height conversation thread parsing markdown and streaming answers under one second.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 Checker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920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specific body areas to generate structured urgency summaries.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 Calculator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920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form tracking Height and Weight with animated spectrum ranges.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Health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98280" y="1920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动态 (Dynamic) 0-100 rating aggregating BMI, water progress, and sleep duration.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Hydration Tracker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Quick-add hydration cups with confetti milestones when targets are met.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3749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Logger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duration and rate quality (Restless, Average, Deep) using custom range controls.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AI Tips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Fetches personalized lifestyle tips referencing active profile metrics.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3749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Design Theme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28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dark Slate accents, glassmorphism, responsive templates, and light/dark modes.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client-proxy architecture with Server-Sent Events (SSE) data pipeline.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Diagram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219456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677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Client (Browser)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4963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message or symptom list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05840" y="301752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9067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Proxy Backend (Port 5000)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33192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Cleans payloads, restricts context to last 5 logs, protects API key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384048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9136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AI completions endpoint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4142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tokens asynchronously via llama-3.1-8b-instant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4663440"/>
            <a:ext cx="44805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7365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SSE Stream Parser client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9651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Decodes binary chunks into UI state and scrolls instantly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Advantages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Client Key Leak Risk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423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API keys are stored in the client-side JavaScript or localStorage, avoiding security and billing vulnerabilities.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 (SSE)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611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utilize HTTP streaming (SSE) to send token characters from the server as they arrive, avoiding standard body buffering delays.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5720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Slicing Optimizer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800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Express API slices discussion transcripts, forwarding only the last 5 messages, ensuring tiny prompt sizes and sub-second token startup.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high-performance web frameworks and AI pipelines.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(v18) &amp; Vite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SPA rendering, fast component modularity, and lightning-fast Hot Module Replacement (HMR) development compiles.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262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utility-first styling with responsive, curated glassmorphic tokens, consistent dark/light grids, and fluid mobile sizing.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838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&amp; Express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server operations asynchronously. Provides custom route endpoints for SSE streaming chat and symptom analysis.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77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 &amp; SDK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SDK &amp;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Groq Llama models. Delivers fast response inference using custom hardware accelerators.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977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MODEL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3.1 8B Instant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production model with 8-billion parameter weights. Configured with temperature 0.3 and 250 max tokens.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3977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8388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micro-interactions, responsive panel slide transitions, fade-in card delays, and typing state indicators.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screenshots showcasing modern glassmorphic theme, chat streaming, checker cards, and dashboard scores.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37744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Landing Page Hero</a:t>
            </a:r>
            <a:endParaRPr lang="en-US" sz="1100" dirty="0"/>
          </a:p>
        </p:txBody>
      </p:sp>
      <p:pic>
        <p:nvPicPr>
          <p:cNvPr id="6" name="Image 0" descr="C:\Users\Admin\Desktop\PROJECTS\lenovo_app\slides_assets\landing_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91640"/>
            <a:ext cx="493776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371600"/>
            <a:ext cx="5212080" cy="237744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463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Habits Tracker &amp; Score</a:t>
            </a:r>
            <a:endParaRPr lang="en-US" sz="1100" dirty="0"/>
          </a:p>
        </p:txBody>
      </p:sp>
      <p:pic>
        <p:nvPicPr>
          <p:cNvPr id="9" name="Image 1" descr="C:\Users\Admin\Desktop\PROJECTS\lenovo_app\slides_assets\dashboard_overvie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691640"/>
            <a:ext cx="502920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3749040"/>
            <a:ext cx="5120640" cy="237744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38404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AI Chat Stream Page</a:t>
            </a:r>
            <a:endParaRPr lang="en-US" sz="1100" dirty="0"/>
          </a:p>
        </p:txBody>
      </p:sp>
      <p:pic>
        <p:nvPicPr>
          <p:cNvPr id="12" name="Image 2" descr="C:\Users\Admin\Desktop\PROJECTS\lenovo_app\slides_assets\ai_cha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" y="4069080"/>
            <a:ext cx="4937760" cy="1645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17920" y="3749040"/>
            <a:ext cx="5212080" cy="237744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355080" y="38404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Symptom Checker Panel</a:t>
            </a:r>
            <a:endParaRPr lang="en-US" sz="1100" dirty="0"/>
          </a:p>
        </p:txBody>
      </p:sp>
      <p:pic>
        <p:nvPicPr>
          <p:cNvPr id="15" name="Image 3" descr="C:\Users\Admin\Desktop\PROJECTS\lenovo_app\slides_assets\symptom_checker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4069080"/>
            <a:ext cx="502920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AGENT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processing of a user health inquiry with sub-second streaming feedback.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1463040"/>
            <a:ext cx="9966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53619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Message Submission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7647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inputs text and submits form. Client locks the submission using a synchronous `isLoadingRef`, clears the textbox, immediately appends user message to state, and mounts a blank AI message.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2423160"/>
            <a:ext cx="9966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49631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Backend Packaging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72491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backend intercepts the query. It slices the history list to the last 5 messages, appends the compressed safety system prompt, and calls the Groq completions endpoint.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3383280"/>
            <a:ext cx="9966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45643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Server-Sent Events stream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6850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opens an HTTP Server-Sent Events (SSE) stream. It asks the Groq SDK client for a `llama-3.1-8b-instant` model with temperature 0.3 and streams choice delta contents.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63040" y="4343400"/>
            <a:ext cx="9966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441655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Client-Side Chunk Decoding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46451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React's client utilizes a `ReadableStreamReader` to decode binary stream pieces immediately. If a rate limit or API key error object is parsed, it throws an exception immediately.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463040" y="5303520"/>
            <a:ext cx="9966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537667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Real-Time UI Renders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56052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frontend updates the placeholder message state text on the fly, rendering letters as they emerge. Auto-scrolling runs instantly on chunks, returning input focus to the cursor.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LEAN CANVAS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920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Delayed basic health info access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Fragmented health calculators &amp; trackers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Alarmist self-diagnosis search results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26080" y="9144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2344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glassmorphic dashboard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agentic chatbot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Rapid symptom check reports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29260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habit log frequency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Chat response latency (&lt;1s)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 analysis completions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91440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VALUE PROP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234440"/>
            <a:ext cx="1920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proxy health chat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habits scoring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 Groq SSE stream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Client-side local data storage privacy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9144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UNFAIR ADVANTAGE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123444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Proprietary local-first logic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cloud database cost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Multi-symptom JSON scheme mapping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0" y="29260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 wellness programs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College wellness centers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Open-source community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09760" y="914400"/>
            <a:ext cx="1920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1005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1234440"/>
            <a:ext cx="1737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Busy professionals tracking habits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Rural patients seeking basic screening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Health-conscious tracking enthusiasts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484632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51663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 API computing fees (Groq/Express)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Domain keeping &amp; SSL security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Open-source codebase enhancements &amp; maintenance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484632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5166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Premium custom wellness logs (B2C)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Anonymous, structured symptom analytics (B2B)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 employee health dashboard licenses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MediMind AI with major industry health and diagnostic applications.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 Health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MediMind AI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Habits Log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(Fitness/Steps)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(Symptoms focus)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(Sleep, Water, BMI)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Chatbot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(Linear questionnaire)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(Conversational Agent)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Sub-Second Streaming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(Full-page loads)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(SSE Stream Output)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Privacy 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sync (Google DB)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sync (Ada DB)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Local-first (localStorage)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Unified Health Index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(Raw statistics)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(Aggregated Score)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BUSINESS 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Highlighting why our architecture provides a better developer and user experience.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920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Virtual Care Support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1645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wellness advice instantly at any time of day, completely bypassing clinical wait times or consult reservation bookings for routine lifestyle inquiries.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0" y="1645920"/>
            <a:ext cx="1920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API Latency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743200"/>
            <a:ext cx="1645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optimizing models to llama-3.1-8b-instant, temperature to 0.3, and max tokens to 250, we establish connections and begin stream renders in under a second.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1645920"/>
            <a:ext cx="1920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Local-First Privacy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2743200"/>
            <a:ext cx="1645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Locks user records (sleep, BMI progress, water targets) inside the browser's localStorage. Zero compliance liabilities with GDPR or HIPAA cloud databases.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1645920"/>
            <a:ext cx="1920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Client Key Vulnerabilities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743200"/>
            <a:ext cx="1645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connection keys are locked inside the backend environment variables, restricting exposure to browser code or client-side storage inspectors.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1645920"/>
            <a:ext cx="1920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Cohesive Wellness Indexing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46920" y="2743200"/>
            <a:ext cx="1645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Fuses isolated metrics into a single dynamic Health Score. This visual index encourages users to improve sleep and water levels to see scores climb.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the platform into wearable integrations, mobile formats, and clinical scheduling.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Agent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Web Speech API for hands-free health logs and voice-synthesized wellness coaching.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Smartwatch Wearable 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sleep duration, step counts, and active calories from Apple Watch and Android Fit telemetry APIs.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Clinician Booking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388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scheduling connections with certified doctors when symptoms exceed medium urgency thresholds.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EHR Prescriptions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343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secure PDF parsing tools to decode clinical prescription records locally.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8404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Platform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4343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pages into a native Android/iOS wrapper using React Native for mobile push reminders.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Predictive Analytics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4343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 habits histories to forecast potential wellness drops and prompt proactive rest periods.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early personal wellness tracking through Agentic AI interfaces.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MediMind AI successfully demonstrates that daily health logs can be aggregated, analyzed, and reinforced by conversational AI without compromising user privacy or speed.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leveraging low-latency models and HTTP streaming pipelines, the platform bypasses the wait times of traditional websites, giving users sub-second answers to wellness questions, while the structured symptom reporter highlights warning flags for serious complaints.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Impact 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Latency (&lt;1s)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tokens render immediately, keeping the interface snappy and preventing loading freezes.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3832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Local 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remains on the client device, resolving database liabilities and compliance costs.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45720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SDG 3 Contribution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800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early health warnings and free guidance to remote users.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Wellness through Intelligent Agentic Guidance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Section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46704" y="4389120"/>
            <a:ext cx="5486400" cy="1371600"/>
          </a:xfrm>
          <a:prstGeom prst="rect">
            <a:avLst/>
          </a:prstGeom>
          <a:solidFill>
            <a:srgbClr val="131A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9584" y="4572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Contact Info: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contact@medimind.ai | Website: www.medimind.ai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github.com/username/medimind-ai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1914</Words>
  <Application>Microsoft Office PowerPoint</Application>
  <PresentationFormat>On-screen Show (16:9)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2026-07-06T16:51:44Z</dcterms:created>
  <dcterms:modified xsi:type="dcterms:W3CDTF">2026-07-06T17:01:50Z</dcterms:modified>
</cp:coreProperties>
</file>